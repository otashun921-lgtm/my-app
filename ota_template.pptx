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9966960" cy="7315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047488"/>
            <a:ext cx="9966960" cy="73152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356B"/>
                </a:solidFill>
                <a:latin typeface="メイリオ"/>
              </a:rPr>
              <a:t>プレゼンテーションタイトル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72BC"/>
                </a:solidFill>
                <a:latin typeface="メイリオ"/>
              </a:rPr>
              <a:t>サブタイトル・説明文をここに入力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メイリオ"/>
              </a:rPr>
              <a:t>大田区　●●部　●●課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メイリオ"/>
              </a:rPr>
              <a:t>令和　　年　　月　　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メイリオ"/>
              </a:rPr>
              <a:t>大田区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メイリオ"/>
              </a:rPr>
              <a:t>目　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41148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メイリオ"/>
              </a:rPr>
              <a:t>１．背景・目的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41148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31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メイリオ"/>
              </a:rPr>
              <a:t>２．現状分析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41148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メイリオ"/>
              </a:rPr>
              <a:t>３．課題の整理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69079"/>
            <a:ext cx="41148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690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メイリオ"/>
              </a:rPr>
              <a:t>４．施策の方向性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37760"/>
            <a:ext cx="41148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1947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メイリオ"/>
              </a:rPr>
              <a:t>５．今後のスケジュール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37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メイリオ"/>
              </a:rPr>
              <a:t>大田区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537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</a:rPr>
              <a:t>スライドタイトル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56B"/>
                </a:solidFill>
                <a:latin typeface="メイリオ"/>
              </a:rPr>
              <a:t>１．大見出し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0972800" cy="3657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メイリオ"/>
              </a:rPr>
              <a:t>・本文テキストをここに入力します。
・箇条書きや説明文を記述してください。
・フォントはメイリオを使用しています。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56B"/>
                </a:solidFill>
                <a:latin typeface="メイリオ"/>
              </a:rPr>
              <a:t>２．大見出し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0972800" cy="3657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メイリオ"/>
              </a:rPr>
              <a:t>・本文テキストをここに入力します。
・必要に応じて表・グラフ・図を挿入してください。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37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メイリオ"/>
              </a:rPr>
              <a:t>大田区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537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スライドタイトル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</a:rPr>
              <a:t>スライドタイトル（2カラム）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左カラム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486400" cy="43891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メイリオ"/>
              </a:rPr>
              <a:t>・内容をここに記述します
・図表を挿入することも可能です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右カラム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86400" cy="43891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メイリオ"/>
              </a:rPr>
              <a:t>・内容をここに記述します
・図表を挿入することも可能です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メイリオ"/>
              </a:rPr>
              <a:t>大田区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537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スライドタイトル（2カラム）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メイリオ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4FF"/>
                </a:solidFill>
                <a:latin typeface="メイリオ"/>
              </a:rPr>
              <a:t>大田区　●●部　●●課　担当：●●　TEL: 03-XXXX-XXXX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メイリオ"/>
              </a:rPr>
              <a:t>大田区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